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0" b="1">
                <a:solidFill>
                  <a:srgbClr val="DC2626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Smart Fitness App with AI Camera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  <a:latin typeface="Calibri"/>
              </a:rPr>
              <a:t>Graduation Project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480560"/>
            <a:ext cx="4114800" cy="5029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IT  •  CLOUD COMPUTING  •  12.CCP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Nasser Centre for Science and Technology  ·  NCST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  <a:latin typeface="Calibri"/>
              </a:rPr>
              <a:t>Nominated for "The Inventor"  ·  Bahrain International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01  · 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Student Names &amp;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77724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020823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659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Mohammed Jasim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85999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Team Leader · Technical Writer · AI Model Designer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199"/>
            <a:ext cx="10698480" cy="77724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889503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346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Nasser Kuwaitan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54679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UI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79"/>
            <a:ext cx="10698480" cy="77724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758183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0331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Ali Ramzi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23359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Full Website Tester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59"/>
            <a:ext cx="10698480" cy="77724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626863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7199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Mohammd Waleed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892039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Cloud Architect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39"/>
            <a:ext cx="10698480" cy="77724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5495543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44067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Ali Salman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60719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Cloud Architect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02  ·  ACADEMIC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Department &amp; Supervisors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SPECIALIZATION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Cloud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12.CCP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SUPERVISING TEACHERS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862072"/>
            <a:ext cx="109728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88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Mr. Khalid Maroof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00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Calibri"/>
              </a:rPr>
              <a:t>Project Supervisor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913632"/>
            <a:ext cx="109728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404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Mr. Abdullrahman Khaled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51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Calibri"/>
              </a:rPr>
              <a:t>Project Supervisor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965192"/>
            <a:ext cx="109728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8920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Raghu Dumpati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03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Calibri"/>
              </a:rPr>
              <a:t>Project Supervisor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03  ·  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Brief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E4E4E7"/>
                </a:solidFill>
                <a:latin typeface="Calibri"/>
              </a:rPr>
              <a:t>LAB is a website that uses your phone or laptop camera to act like a personal fitness coach. It watches your body while you move, counts your reps, and tells you if your form is good or bad. You do not need a smart watch or any other device — just a camera.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3566160" cy="228600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Workout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Do push-ups, squats, and plank. The app counts your reps and grades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3566160" cy="228600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657600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931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Neon Run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A running game you play with your body. Jog to run and jump to skip enemies.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657600"/>
            <a:ext cx="3566160" cy="228600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657600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931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Boxing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A shadow-boxing trainer. Throw punches, dodge, and block using your body.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04  ·  WHY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Purpose &amp; Target Beneficiaries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DC2626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Give everyone a free fitness coach that anyone can use at home.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DC2626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Replace costly smart watches and gym trainers with just a camera.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DC2626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Use AI to check your form and count your reps live, while you train.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DC2626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Make exercise fun by turning it into games like Neon Run and Boxing.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WHO WILL USE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2606040" cy="14173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Home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  <a:latin typeface="Calibri"/>
              </a:rPr>
              <a:t>People with no gym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937760"/>
            <a:ext cx="2606040" cy="14173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5166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5715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  <a:latin typeface="Calibri"/>
              </a:rPr>
              <a:t>Short workout breaks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4937760"/>
            <a:ext cx="2606040" cy="14173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5166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Beginners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5715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  <a:latin typeface="Calibri"/>
              </a:rPr>
              <a:t>Need help with 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1664" y="4937760"/>
            <a:ext cx="2606040" cy="14173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5166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Gamers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5715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  <a:latin typeface="Calibri"/>
              </a:rPr>
              <a:t>Want to move and 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05  · 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Current Development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  FINISHED — APP IS LIVE AND WORKING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WHAT IS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6984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Full website built with a modern dark fitness design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 server that handles all user requests in a safe and fast way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An online database that saves all user data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Three ways to log in: Google, Microsoft, or email and password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Live AI camera that tracks push-ups, squats, and plank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Neon Run game with 5 levels and 3 enemy types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Boxing Mode with rounds, voice cues, and a score system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Admin page to manage users, see actions, and search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App is online: server on Render, website on AWS Amplify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06  · 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Challenges Faced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8686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Login problem on iPhone Safari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599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The website and the server are on two different web addresses. iPhone Safari blocked the login. We fixed it by using a safer login method that works on all 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19"/>
            <a:ext cx="10698480" cy="8686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88919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Making the AI camera accurate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0039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It took many tries to make the AI count reps and check form correctly for different body types and camera angles.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19"/>
            <a:ext cx="10698480" cy="8686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03319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947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Slow first load on the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1479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Our free server goes to sleep when nobody uses it. The first visit after sleep is slow. We had to find ways to wake it up faster.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19"/>
            <a:ext cx="10698480" cy="8686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617719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091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Linking the website, server, and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19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We had to connect three different services and make sure they all share the same settings and updates. This took a lot of testing.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32119"/>
            <a:ext cx="10698480" cy="8686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532119"/>
            <a:ext cx="7315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235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Running the game and AI at the same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94359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Playing the running game while the AI watches your body uses a lot of power. We had to make the code faster so it does not lag.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07  · 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Future Development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10311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0311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More Exercises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59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Add lunges, burpees, mountain climbers, and yoga poses to the AI camera.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10311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1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1459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Build a real app for iPhone and Android that also works without internet.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7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61187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1187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Friends &amp;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2335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Add friend challenges, weekly score boards, and share your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38327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61187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61187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Smart AI 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02335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An AI coach that builds your plan, changes the level, and talks to you.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9203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2063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2063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Paid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5321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Add a premium plan with deeper stats, custom programs, and meal plans.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892039"/>
            <a:ext cx="5303520" cy="1417320"/>
          </a:xfrm>
          <a:prstGeom prst="roundRect">
            <a:avLst/>
          </a:prstGeom>
          <a:solidFill>
            <a:srgbClr val="18181B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55080" y="5120639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120639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Smart Watches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5321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Connect with Apple Watch and Google Fit for heart rate and calories.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08  ·  TRY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Prototype &amp; 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777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PROTOTYPE AVAILABLE — LIVE &amp; PUBLICLY ACCESSIBLE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10515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Live Web App (Frontend)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main.dfi1vofcktrh3.amplifyapp.com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Hosted on AWS Amplify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10698480" cy="10515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grd-project-server.onrender.com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Hosted on Render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Source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github.com/nv23158-mohammed-jasim/GRD-PROJECT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080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Calibri"/>
              </a:rPr>
              <a:t>Full source on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09  · 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Project Photos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(1320)_1778766425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11095"/>
            <a:ext cx="3584448" cy="1892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587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Login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7451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(1321)_1778766425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11095"/>
            <a:ext cx="3584448" cy="1892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38587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87451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(1325)_17787664256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1911095"/>
            <a:ext cx="3584448" cy="1892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38587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BMI Fitness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4339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(1322)_1778766425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379975"/>
            <a:ext cx="3584448" cy="18928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32764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Personal Bests &amp;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34339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(1323)_17787664256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379975"/>
            <a:ext cx="3584448" cy="18928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51960" y="632764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Workout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343399"/>
            <a:ext cx="3657600" cy="1965960"/>
          </a:xfrm>
          <a:prstGeom prst="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shot_(1324)_17787664256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4379975"/>
            <a:ext cx="3584448" cy="18928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01000" y="632764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Navigation Menu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Calibri"/>
              </a:rPr>
              <a:t>LAB — AI Fitness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alibri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DC2626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  <a:latin typeface="Calibri"/>
              </a:rPr>
              <a:t>LAB — AI-Powered Fitness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  <a:latin typeface="Calibri"/>
              </a:rPr>
              <a:t>Class 12.CCP  •  Cloud Computing  •  2026</a:t>
            </a:r>
          </a:p>
        </p:txBody>
      </p:sp>
      <p:pic>
        <p:nvPicPr>
          <p:cNvPr id="8" name="Picture 7" descr="LAB_17787667286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52120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8122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1A1AA"/>
                </a:solidFill>
                <a:latin typeface="Calibri"/>
              </a:rPr>
              <a:t>Scan to try the live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