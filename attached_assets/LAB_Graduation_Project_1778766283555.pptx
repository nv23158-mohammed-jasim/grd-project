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412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800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LEARN AND BURN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41248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F9FAF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LAB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9CA3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AI-Powered &amp; Cloud Based Fitness Training App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411480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83464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Graduation Project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8412480" cy="1691640"/>
          </a:xfrm>
          <a:prstGeom prst="rect">
            <a:avLst/>
          </a:prstGeom>
          <a:solidFill>
            <a:srgbClr val="161616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337560"/>
            <a:ext cx="80467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TEAM  MEMBERS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94360" y="3611880"/>
            <a:ext cx="34747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Mohammed Jasim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3831336"/>
            <a:ext cx="347472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NV23158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3959352"/>
            <a:ext cx="34747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Ali Ramzi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4178808"/>
            <a:ext cx="347472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NV23126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4306824"/>
            <a:ext cx="34747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Mohammed Waleed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4526280"/>
            <a:ext cx="347472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NV2170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63440" y="3611880"/>
            <a:ext cx="34747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Ali Salman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3831336"/>
            <a:ext cx="347472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NV23155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63440" y="3959352"/>
            <a:ext cx="34747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Nasser Kuwaitan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63440" y="4178808"/>
            <a:ext cx="347472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NV23091</a:t>
            </a:r>
            <a:endParaRPr lang="en-US" sz="900" dirty="0"/>
          </a:p>
        </p:txBody>
      </p:sp>
      <p:pic>
        <p:nvPicPr>
          <p:cNvPr id="23" name="Picture 22" descr="Screenshot (1276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86175" y="-1270"/>
            <a:ext cx="1684655" cy="9055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73152"/>
            <a:ext cx="1920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FCDD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Mohammed Jasim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LAB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4114800" cy="3931920"/>
          </a:xfrm>
          <a:prstGeom prst="rect">
            <a:avLst/>
          </a:prstGeom>
          <a:solidFill>
            <a:srgbClr val="FEF2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68680"/>
            <a:ext cx="64008" cy="3931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960120"/>
            <a:ext cx="3749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is LAB?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463040"/>
            <a:ext cx="3749040" cy="3017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LAB is a smart fitness web application.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
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It uses the camera to track body movement in real time.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
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 extra equipment is needed.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
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It works directly in the web browser.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868680"/>
            <a:ext cx="4114800" cy="3931920"/>
          </a:xfrm>
          <a:prstGeom prst="rect">
            <a:avLst/>
          </a:prstGeom>
          <a:solidFill>
            <a:srgbClr val="0B0B0B"/>
          </a:solidFill>
          <a:ln w="12700">
            <a:solidFill>
              <a:srgbClr val="0B0B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005840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937760" y="1508760"/>
            <a:ext cx="292608" cy="29260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50876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FA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0" y="1508760"/>
            <a:ext cx="33832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9FA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detects your body using the camera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937760" y="2258568"/>
            <a:ext cx="292608" cy="29260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25856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FA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03520" y="2258568"/>
            <a:ext cx="33832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9FA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System counts your reps automatically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937760" y="3008376"/>
            <a:ext cx="292608" cy="29260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300837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FA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03520" y="3008376"/>
            <a:ext cx="33832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9FA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Feedback is shown after the workout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937760" y="3758184"/>
            <a:ext cx="292608" cy="29260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758184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FA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03520" y="3758184"/>
            <a:ext cx="33832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9FA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Results are saved after each session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Project Idea &amp; Objectives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73152"/>
            <a:ext cx="1920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FCDD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Mohammed Jasim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LAB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1182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Idea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Build a smart fitness system using Artificial Intelligence — so everyone can train better, anywhere.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1609344" cy="1691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965960"/>
            <a:ext cx="160934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🤖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2532888"/>
            <a:ext cx="1426464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FA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Tracking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862072"/>
            <a:ext cx="142646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Track exercises using AI and camera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21408" y="1783080"/>
            <a:ext cx="1609344" cy="1691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21408" y="1965960"/>
            <a:ext cx="160934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🔢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212848" y="2532888"/>
            <a:ext cx="1426464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FA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Auto Count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12848" y="2862072"/>
            <a:ext cx="142646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Count reps automatically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77310" y="1783080"/>
            <a:ext cx="1644650" cy="1691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77056" y="1965960"/>
            <a:ext cx="160934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💬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968496" y="2532888"/>
            <a:ext cx="1426464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FA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Instant Feedback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68496" y="2862072"/>
            <a:ext cx="142646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Give real-time feedback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261745" y="3566160"/>
            <a:ext cx="1609090" cy="158115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61872" y="3749040"/>
            <a:ext cx="160934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🎮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353312" y="4315968"/>
            <a:ext cx="1426464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FA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Gamification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53312" y="4645152"/>
            <a:ext cx="142646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CDD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Make fitness fun with games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017520" y="3566160"/>
            <a:ext cx="1609090" cy="1570355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017520" y="3749040"/>
            <a:ext cx="160934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☁️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3108960" y="4315968"/>
            <a:ext cx="1426464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FA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Cloud Storage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108960" y="4645152"/>
            <a:ext cx="142646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CDD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Save user data safely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824855" y="1783080"/>
            <a:ext cx="2953385" cy="3154680"/>
          </a:xfrm>
          <a:prstGeom prst="rect">
            <a:avLst/>
          </a:prstGeom>
          <a:solidFill>
            <a:srgbClr val="FEF2F2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824855" y="1828800"/>
            <a:ext cx="3474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LAB?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824855" y="2322830"/>
            <a:ext cx="3474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 </a:t>
            </a:r>
            <a:r>
              <a:rPr lang="en-US" sz="1300" dirty="0">
                <a:solidFill>
                  <a:srgbClr val="11182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 gym membership needed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824855" y="2761742"/>
            <a:ext cx="3474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 </a:t>
            </a:r>
            <a:r>
              <a:rPr lang="en-US" sz="1300" dirty="0">
                <a:solidFill>
                  <a:srgbClr val="11182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Works on any device with a camera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724525" y="3228594"/>
            <a:ext cx="3474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 </a:t>
            </a:r>
            <a:r>
              <a:rPr lang="en-US" sz="1300" dirty="0">
                <a:solidFill>
                  <a:srgbClr val="11182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gives better form correction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824855" y="3680206"/>
            <a:ext cx="3474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 </a:t>
            </a:r>
            <a:r>
              <a:rPr lang="en-US" sz="1300" dirty="0">
                <a:solidFill>
                  <a:srgbClr val="11182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Track progress over time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824855" y="4132453"/>
            <a:ext cx="3474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 </a:t>
            </a:r>
            <a:r>
              <a:rPr lang="en-US" sz="1300" dirty="0">
                <a:solidFill>
                  <a:srgbClr val="11182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Simple to use — no setup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Workout System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73152"/>
            <a:ext cx="1920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FCDD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Mohammed Jasim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LAB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AI detects your body position and gives feedback in real time.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2743200" cy="3566160"/>
          </a:xfrm>
          <a:prstGeom prst="rect">
            <a:avLst/>
          </a:prstGeom>
          <a:solidFill>
            <a:srgbClr val="0B0B0B"/>
          </a:solidFill>
          <a:ln w="12700">
            <a:solidFill>
              <a:srgbClr val="0B0B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34440"/>
            <a:ext cx="2743200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17320"/>
            <a:ext cx="2468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FA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Push-Ups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" y="1965960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›  </a:t>
            </a:r>
            <a:r>
              <a:rPr lang="en-US" sz="1200" dirty="0">
                <a:solidFill>
                  <a:srgbClr val="F9FA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Side-view detection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532888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›  </a:t>
            </a:r>
            <a:r>
              <a:rPr lang="en-US" sz="1200" dirty="0">
                <a:solidFill>
                  <a:srgbClr val="F9FA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Tracks elbow, head &amp; back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099816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›  </a:t>
            </a:r>
            <a:r>
              <a:rPr lang="en-US" sz="1200" dirty="0">
                <a:solidFill>
                  <a:srgbClr val="F9FA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Checks plank first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666744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›  </a:t>
            </a:r>
            <a:r>
              <a:rPr lang="en-US" sz="1200" dirty="0">
                <a:solidFill>
                  <a:srgbClr val="F9FA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Counts reps + gives grade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91840" y="1234440"/>
            <a:ext cx="2743200" cy="35661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1234440"/>
            <a:ext cx="2743200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1417320"/>
            <a:ext cx="2468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FA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Squats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29000" y="1965960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›  </a:t>
            </a:r>
            <a:r>
              <a:rPr lang="en-US" sz="1200" dirty="0">
                <a:solidFill>
                  <a:srgbClr val="F9FA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Knee angle detection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29000" y="2532888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›  </a:t>
            </a:r>
            <a:r>
              <a:rPr lang="en-US" sz="1200" dirty="0">
                <a:solidFill>
                  <a:srgbClr val="F9FA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Shows squat depth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29000" y="3099816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›  </a:t>
            </a:r>
            <a:r>
              <a:rPr lang="en-US" sz="1200" dirty="0">
                <a:solidFill>
                  <a:srgbClr val="F9FA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Real-time corrections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29000" y="3666744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›  </a:t>
            </a:r>
            <a:r>
              <a:rPr lang="en-US" sz="1200" dirty="0">
                <a:solidFill>
                  <a:srgbClr val="F9FA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Tracks range of motion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1234440"/>
            <a:ext cx="2743200" cy="3566160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1234440"/>
            <a:ext cx="2743200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1417320"/>
            <a:ext cx="2468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Plank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355080" y="1965960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›  </a:t>
            </a:r>
            <a:r>
              <a:rPr lang="en-US" sz="1200" dirty="0">
                <a:solidFill>
                  <a:srgbClr val="11182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Full body position check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55080" y="2532888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›  </a:t>
            </a:r>
            <a:r>
              <a:rPr lang="en-US" sz="1200" dirty="0">
                <a:solidFill>
                  <a:srgbClr val="11182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Detects hips &amp; spine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55080" y="3099816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›  </a:t>
            </a:r>
            <a:r>
              <a:rPr lang="en-US" sz="1200" dirty="0">
                <a:solidFill>
                  <a:srgbClr val="11182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Timer-based tracking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55080" y="3666744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›  </a:t>
            </a:r>
            <a:r>
              <a:rPr lang="en-US" sz="1200" dirty="0">
                <a:solidFill>
                  <a:srgbClr val="11182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Posture score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754880"/>
            <a:ext cx="8412480" cy="3200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7548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FA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System uses pose estimation AI — no wearable device needed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UI &amp; User Experience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73152"/>
            <a:ext cx="1920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FCDD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Nasser Kuwaitan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LAB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4114800" cy="41605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22960"/>
            <a:ext cx="64008" cy="41605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914400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Design Principles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Simple &amp; Clean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664208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Easy to understand for any user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075688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BMI Calculator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322576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Users enter height &amp; weight at start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734056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Level System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2980944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System gives users a fitness level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392424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Color Feedback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639312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Colors guide users during workout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050792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Responsive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297680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Works on all devices and screens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822960"/>
            <a:ext cx="4023360" cy="4160520"/>
          </a:xfrm>
          <a:prstGeom prst="rect">
            <a:avLst/>
          </a:prstGeom>
          <a:solidFill>
            <a:srgbClr val="0B0B0B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96012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User Flow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92040" y="1371600"/>
            <a:ext cx="3657600" cy="493776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83480" y="1444752"/>
            <a:ext cx="320040" cy="3200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1444752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FA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94960" y="1435608"/>
            <a:ext cx="30175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9FA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Enter BMI Info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92040" y="2029968"/>
            <a:ext cx="3657600" cy="493776"/>
          </a:xfrm>
          <a:prstGeom prst="rect">
            <a:avLst/>
          </a:prstGeom>
          <a:solidFill>
            <a:srgbClr val="161616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83480" y="2103120"/>
            <a:ext cx="320040" cy="3200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210312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FA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94960" y="2093976"/>
            <a:ext cx="30175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9FA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Get Fitness Level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92040" y="2688336"/>
            <a:ext cx="3657600" cy="493776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83480" y="2761488"/>
            <a:ext cx="320040" cy="3200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2761488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FA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94960" y="2752344"/>
            <a:ext cx="30175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9FA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Choose Workout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892040" y="3346704"/>
            <a:ext cx="3657600" cy="493776"/>
          </a:xfrm>
          <a:prstGeom prst="rect">
            <a:avLst/>
          </a:prstGeom>
          <a:solidFill>
            <a:srgbClr val="161616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83480" y="3419856"/>
            <a:ext cx="320040" cy="3200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3419856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FA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94960" y="3410712"/>
            <a:ext cx="30175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9FA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Train with AI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892040" y="4005072"/>
            <a:ext cx="3657600" cy="493776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83480" y="4078224"/>
            <a:ext cx="320040" cy="3200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83480" y="4078224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FA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394960" y="4069080"/>
            <a:ext cx="30175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9FA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View Results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Features &amp; Interaction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73152"/>
            <a:ext cx="1920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FCDD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Nasser Kuwaitan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LAB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Everything users need — in one place.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269748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25880"/>
            <a:ext cx="457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📷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1353312"/>
            <a:ext cx="19202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FA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Live Camera AI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783080"/>
            <a:ext cx="24231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tracks body in real time using the camera. No extra device needed.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188720"/>
            <a:ext cx="269748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325880"/>
            <a:ext cx="457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📊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886200" y="1353312"/>
            <a:ext cx="19202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FA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Rep Counter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1783080"/>
            <a:ext cx="24231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System counts reps automatically and shows the count on screen.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188720"/>
            <a:ext cx="269748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325880"/>
            <a:ext cx="457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🏆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766560" y="1353312"/>
            <a:ext cx="19202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FA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Grade System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1783080"/>
            <a:ext cx="24231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Each workout gives you a grade based on form and reps.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063240"/>
            <a:ext cx="2697480" cy="1600200"/>
          </a:xfrm>
          <a:prstGeom prst="rect">
            <a:avLst/>
          </a:prstGeom>
          <a:solidFill>
            <a:srgbClr val="FEF2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200400"/>
            <a:ext cx="457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📈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05840" y="3227832"/>
            <a:ext cx="19202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Progress Tracker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3657600"/>
            <a:ext cx="24231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Users can see their history and progress over time.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46120" y="3063240"/>
            <a:ext cx="2697480" cy="1600200"/>
          </a:xfrm>
          <a:prstGeom prst="rect">
            <a:avLst/>
          </a:prstGeom>
          <a:solidFill>
            <a:srgbClr val="FEF2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3200400"/>
            <a:ext cx="457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🎯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886200" y="3227832"/>
            <a:ext cx="19202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Goal Setting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383280" y="3657600"/>
            <a:ext cx="24231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Set targets and the system tracks if you reach them.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26480" y="3063240"/>
            <a:ext cx="2697480" cy="1600200"/>
          </a:xfrm>
          <a:prstGeom prst="rect">
            <a:avLst/>
          </a:prstGeom>
          <a:solidFill>
            <a:srgbClr val="FEF2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3200400"/>
            <a:ext cx="457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⚡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766560" y="3227832"/>
            <a:ext cx="19202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Fast Start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263640" y="3657600"/>
            <a:ext cx="24231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 complex setup. Open the app and start training in seconds.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Cloud System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73152"/>
            <a:ext cx="1920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FCDD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Mohammed Waleed &amp; Ali Salman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LAB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LAB runs on a modern cloud system — fast, safe, and always available.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1965960" cy="21945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71600"/>
            <a:ext cx="19659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☁️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1783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FA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AWS Amplify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542032"/>
            <a:ext cx="1783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Frontend Hosting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14600" y="1188720"/>
            <a:ext cx="1965960" cy="21945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371600"/>
            <a:ext cx="19659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⚙️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606040" y="2103120"/>
            <a:ext cx="1783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FA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Render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06040" y="2542032"/>
            <a:ext cx="1783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Backend Server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188720"/>
            <a:ext cx="1965960" cy="2194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371600"/>
            <a:ext cx="19659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🗄️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754880" y="2103120"/>
            <a:ext cx="1783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FA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Neon PostgreSQL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2542032"/>
            <a:ext cx="1783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1188720"/>
            <a:ext cx="1965960" cy="219456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2280" y="1371600"/>
            <a:ext cx="19659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🔧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903720" y="2103120"/>
            <a:ext cx="1783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FA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GitHub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03720" y="2542032"/>
            <a:ext cx="1783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Version Control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520440"/>
            <a:ext cx="8412480" cy="1463040"/>
          </a:xfrm>
          <a:prstGeom prst="rect">
            <a:avLst/>
          </a:prstGeom>
          <a:solidFill>
            <a:srgbClr val="FEF2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6118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the Cloud Works Together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" y="3977640"/>
            <a:ext cx="813816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  </a:t>
            </a:r>
            <a:r>
              <a:rPr lang="en-US" sz="1100" dirty="0">
                <a:solidFill>
                  <a:srgbClr val="11182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User opens the app → AWS Amplify serves the website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4219956"/>
            <a:ext cx="813816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  </a:t>
            </a:r>
            <a:r>
              <a:rPr lang="en-US" sz="1100" dirty="0">
                <a:solidFill>
                  <a:srgbClr val="11182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App sends data → Render backend processes the request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4462272"/>
            <a:ext cx="813816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  </a:t>
            </a:r>
            <a:r>
              <a:rPr lang="en-US" sz="1100" dirty="0">
                <a:solidFill>
                  <a:srgbClr val="11182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Backend reads/writes data → Neon PostgreSQL stores it safely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4704588"/>
            <a:ext cx="813816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  </a:t>
            </a:r>
            <a:r>
              <a:rPr lang="en-US" sz="1100" dirty="0">
                <a:solidFill>
                  <a:srgbClr val="11182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Code updates go through GitHub → automatically deployed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System Flow &amp; Authentication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73152"/>
            <a:ext cx="1920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FCDD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Mohammed Waleed &amp; Ali Salman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LAB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Users log in with Google. The system checks identity and keeps everything safe.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234440"/>
            <a:ext cx="685800" cy="6858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23444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FAF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89888" y="1545336"/>
            <a:ext cx="548640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011680"/>
            <a:ext cx="1508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User Clicks Login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395728"/>
            <a:ext cx="15087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User clicks 'Login with Google'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59152" y="1234440"/>
            <a:ext cx="685800" cy="6858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59152" y="123444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FAF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108960" y="1545336"/>
            <a:ext cx="548640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84832" y="2011680"/>
            <a:ext cx="1508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Google Checks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84832" y="2395728"/>
            <a:ext cx="15087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Google verifies identity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078224" y="1234440"/>
            <a:ext cx="685800" cy="6858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78224" y="123444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FAF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828032" y="1545336"/>
            <a:ext cx="548640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03904" y="2011680"/>
            <a:ext cx="1508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Token Created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03904" y="2395728"/>
            <a:ext cx="15087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Backend creates a secure token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797296" y="1234440"/>
            <a:ext cx="685800" cy="6858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97296" y="123444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FAF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547104" y="1545336"/>
            <a:ext cx="548640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22976" y="2011680"/>
            <a:ext cx="1508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Token Saved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22976" y="2395728"/>
            <a:ext cx="15087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Token is saved in the app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516368" y="1234440"/>
            <a:ext cx="685800" cy="6858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16368" y="123444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FAF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242048" y="2011680"/>
            <a:ext cx="1508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Requests Sent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242048" y="2395728"/>
            <a:ext cx="15087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Token is used for all requests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2971800"/>
            <a:ext cx="4114800" cy="1920240"/>
          </a:xfrm>
          <a:prstGeom prst="rect">
            <a:avLst/>
          </a:prstGeom>
          <a:solidFill>
            <a:srgbClr val="0B0B0B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063240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Security Features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02920" y="3456432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 </a:t>
            </a:r>
            <a:r>
              <a:rPr lang="en-US" sz="1200" dirty="0">
                <a:solidFill>
                  <a:srgbClr val="F9FA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Google OAuth 2.0 login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2920" y="3803904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 </a:t>
            </a:r>
            <a:r>
              <a:rPr lang="en-US" sz="1200" dirty="0">
                <a:solidFill>
                  <a:srgbClr val="F9FA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JWT token authentication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" y="4151376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 </a:t>
            </a:r>
            <a:r>
              <a:rPr lang="en-US" sz="1200" dirty="0">
                <a:solidFill>
                  <a:srgbClr val="F9FA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HTTPS on all connections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2920" y="4498848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 </a:t>
            </a:r>
            <a:r>
              <a:rPr lang="en-US" sz="1200" dirty="0">
                <a:solidFill>
                  <a:srgbClr val="F9FA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 passwords stored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663440" y="2971800"/>
            <a:ext cx="4114800" cy="1920240"/>
          </a:xfrm>
          <a:prstGeom prst="rect">
            <a:avLst/>
          </a:prstGeom>
          <a:solidFill>
            <a:srgbClr val="FEF2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3063240"/>
            <a:ext cx="3749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This Matters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800600" y="3456432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›  </a:t>
            </a:r>
            <a:r>
              <a:rPr lang="en-US" sz="1200" dirty="0">
                <a:solidFill>
                  <a:srgbClr val="11182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Only real users can access the system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00600" y="3803904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›  </a:t>
            </a:r>
            <a:r>
              <a:rPr lang="en-US" sz="1200" dirty="0">
                <a:solidFill>
                  <a:srgbClr val="11182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User data is private and protected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800600" y="4151376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›  </a:t>
            </a:r>
            <a:r>
              <a:rPr lang="en-US" sz="1200" dirty="0">
                <a:solidFill>
                  <a:srgbClr val="11182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Sessions expire automatically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800600" y="4498848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›  </a:t>
            </a:r>
            <a:r>
              <a:rPr lang="en-US" sz="1200" dirty="0">
                <a:solidFill>
                  <a:srgbClr val="11182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Simple — one click to sign in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Testing &amp; Validation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73152"/>
            <a:ext cx="1920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FCDD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Ali Ramzi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LAB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644525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system was tested on many devices. All features were checked and fixed.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1920240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34440"/>
            <a:ext cx="19202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FA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💻  Laptop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514600" y="1234440"/>
            <a:ext cx="1920240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234440"/>
            <a:ext cx="19202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FA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📱  Phone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1920240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234440"/>
            <a:ext cx="19202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FA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📱  iPad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12280" y="1234440"/>
            <a:ext cx="1920240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2280" y="1234440"/>
            <a:ext cx="19202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FA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🖥️  Desktop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760" y="2240280"/>
            <a:ext cx="4023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Was Tested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633472"/>
            <a:ext cx="4023360" cy="38404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633472"/>
            <a:ext cx="38404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 </a:t>
            </a:r>
            <a:r>
              <a:rPr lang="en-US" sz="1100" b="1" dirty="0">
                <a:solidFill>
                  <a:srgbClr val="11182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System — </a:t>
            </a:r>
            <a:r>
              <a:rPr lang="en-US" sz="1100" dirty="0">
                <a:solidFill>
                  <a:srgbClr val="11182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Pose detection accuracy on all devices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081528"/>
            <a:ext cx="4023360" cy="384048"/>
          </a:xfrm>
          <a:prstGeom prst="rect">
            <a:avLst/>
          </a:prstGeom>
          <a:solidFill>
            <a:srgbClr val="FEF2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081528"/>
            <a:ext cx="38404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 </a:t>
            </a:r>
            <a:r>
              <a:rPr lang="en-US" sz="1100" b="1" dirty="0">
                <a:solidFill>
                  <a:srgbClr val="11182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User Interface — </a:t>
            </a:r>
            <a:r>
              <a:rPr lang="en-US" sz="1100" dirty="0">
                <a:solidFill>
                  <a:srgbClr val="11182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All buttons and screens work correctly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529584"/>
            <a:ext cx="4023360" cy="38404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529584"/>
            <a:ext cx="38404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 </a:t>
            </a:r>
            <a:r>
              <a:rPr lang="en-US" sz="1100" b="1" dirty="0">
                <a:solidFill>
                  <a:srgbClr val="11182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Cloud Services — </a:t>
            </a:r>
            <a:r>
              <a:rPr lang="en-US" sz="1100" dirty="0">
                <a:solidFill>
                  <a:srgbClr val="11182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 saves and loads properly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977640"/>
            <a:ext cx="4023360" cy="384048"/>
          </a:xfrm>
          <a:prstGeom prst="rect">
            <a:avLst/>
          </a:prstGeom>
          <a:solidFill>
            <a:srgbClr val="FEF2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977640"/>
            <a:ext cx="38404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 </a:t>
            </a:r>
            <a:r>
              <a:rPr lang="en-US" sz="1100" b="1" dirty="0">
                <a:solidFill>
                  <a:srgbClr val="11182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Authentication — </a:t>
            </a:r>
            <a:r>
              <a:rPr lang="en-US" sz="1100" dirty="0">
                <a:solidFill>
                  <a:srgbClr val="11182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Google login works on all browsers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425696"/>
            <a:ext cx="4023360" cy="38404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425696"/>
            <a:ext cx="38404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 </a:t>
            </a:r>
            <a:r>
              <a:rPr lang="en-US" sz="1100" b="1" dirty="0">
                <a:solidFill>
                  <a:srgbClr val="11182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Performance — </a:t>
            </a:r>
            <a:r>
              <a:rPr lang="en-US" sz="1100" dirty="0">
                <a:solidFill>
                  <a:srgbClr val="11182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App runs fast without delays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2240280"/>
            <a:ext cx="4114800" cy="2651760"/>
          </a:xfrm>
          <a:prstGeom prst="rect">
            <a:avLst/>
          </a:prstGeom>
          <a:solidFill>
            <a:srgbClr val="0B0B0B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359152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Test Results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00600" y="2788920"/>
            <a:ext cx="2286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Accuracy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49440" y="2788920"/>
            <a:ext cx="1645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DC262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92%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4800600" y="3136392"/>
            <a:ext cx="3749040" cy="18288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291840"/>
            <a:ext cx="2286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UI Passed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49440" y="3291840"/>
            <a:ext cx="1645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DC262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100%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4800600" y="3639312"/>
            <a:ext cx="3749040" cy="18288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3794760"/>
            <a:ext cx="2286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Cloud Uptime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949440" y="3794760"/>
            <a:ext cx="1645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DC262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99%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4800600" y="4142232"/>
            <a:ext cx="3749040" cy="18288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4297680"/>
            <a:ext cx="2286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Login Success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949440" y="4297680"/>
            <a:ext cx="1645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DC262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100%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0"/>
            <a:ext cx="8915400" cy="1828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9FAF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LAB — A Smarter Way to Train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54864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19072"/>
            <a:ext cx="7772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D5D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LAB uses AI to track workouts in real time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4864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76272"/>
            <a:ext cx="7772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D5D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 gym or equipment needed — just a camera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54864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633472"/>
            <a:ext cx="7772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D5D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Cloud system keeps data safe and always available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54864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090672"/>
            <a:ext cx="7772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D5D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Simple design works for all users and devices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54864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547872"/>
            <a:ext cx="7772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D5D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system is tested and ready to use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096512"/>
            <a:ext cx="822960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206240"/>
            <a:ext cx="4572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9FAF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57200" y="4224528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9CA3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 are ready for your questions.</a:t>
            </a:r>
            <a:endParaRPr lang="en-US" sz="1600" dirty="0"/>
          </a:p>
        </p:txBody>
      </p:sp>
      <p:pic>
        <p:nvPicPr>
          <p:cNvPr id="19" name="Picture 18" descr="url_qrcodecreator.com_11_12_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9050" y="1718945"/>
            <a:ext cx="2443480" cy="27197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4286</Words>
  <Application>WPS Presentation</Application>
  <PresentationFormat>On-screen Show (16:9)</PresentationFormat>
  <Paragraphs>414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SimSun</vt:lpstr>
      <vt:lpstr>Wingdings</vt:lpstr>
      <vt:lpstr>Arial</vt:lpstr>
      <vt:lpstr>Arial</vt:lpstr>
      <vt:lpstr>Arial Black</vt:lpstr>
      <vt:lpstr>Arial Black</vt:lpstr>
      <vt:lpstr>Arial Black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- AI-Powered Fitness Training App</dc:title>
  <dc:creator>PptxGenJS</dc:creator>
  <dc:subject>PptxGenJS Presentation</dc:subject>
  <cp:lastModifiedBy>NV23158</cp:lastModifiedBy>
  <cp:revision>5</cp:revision>
  <dcterms:created xsi:type="dcterms:W3CDTF">2026-04-19T22:33:00Z</dcterms:created>
  <dcterms:modified xsi:type="dcterms:W3CDTF">2026-04-20T22:23:44Z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F4602FEF6F8F4FAAB81EF5655AD44A87_12</vt:lpwstr>
  </property>
  <property fmtid="{D5CDD505-2E9C-101B-9397-08002B2CF9AE}" pid="3" name="KSOProductBuildVer">
    <vt:lpwstr>1033-12.1.0.25242</vt:lpwstr>
  </property>
</Properties>
</file>